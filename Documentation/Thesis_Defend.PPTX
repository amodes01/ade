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67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3A437-88D7-5ECE-479D-FBDB5A92C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184FB9-D437-C464-1477-E82ED6CEC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451096-7810-968D-2A65-4E2BAB849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52EDD-23A4-6FB6-ADE3-2A42D24CD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349676-4F85-7CB2-39CB-1E4C3A982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145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42FD3-730A-AAC5-4848-5B5BD745C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A45D2B-6C23-6C52-C79C-0E5EFF4A8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5FC4C-DC88-7FDC-904C-A2035BD42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4AFD1-F353-F248-4C17-34401C5AA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F02A0-C7AF-CE2F-69C3-205E09125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586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9ADB2-0266-8D64-3BC4-9ED7182B0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EB634-E9AE-9D2F-0FED-A17C45A53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0CF1C5-E74E-D616-5752-5651A4D12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78D4F2-1BEE-F6DF-AC2E-E569D8379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0A316-43F7-F0E0-25A8-38BB2F233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008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A3318-3CD2-63A0-E0D9-A75F4CD0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525E7-196D-CDD0-11FF-E7F8F10538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4AE1E3-B5C6-C857-922F-B9D70FD294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9B31A7-5598-4B73-B37E-FE2C21E03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CF5D7-DF6D-2C07-BC31-FD58E57FB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4B381-8852-13BA-8292-D02545BE2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825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AFB2E-202D-5FA4-7F0C-45C132721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D46E3-9D07-4DA9-6B27-720ABA3A4B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E5498-0FBC-49C6-F55E-2BC924C2C7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DA1589-8BDF-3DD2-8F59-BD7B58DB02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F79ED2-586B-26DC-45E2-25F55BF3B1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51AE1C-71B6-5805-340E-025FE6F83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148C83-8C56-4917-241D-8E3941DC4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ADAB32-5B92-25A9-AFCD-61BC341C0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258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9FBB-0D64-04C5-CE17-80A432671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98EFED-37E2-7849-BBD1-79124343B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CA92C2-BDB8-3473-E42C-A5D04B655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2E65B3-EC0F-3CA1-D084-227B40968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938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D188EF5-4C68-B841-9982-459FC0F46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50F397-135A-0A6D-9CAC-B28057428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C3B0F5-82F9-333A-8BBA-55500388A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759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D4ABB-764F-6742-158C-F4A930123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B6EEC-0932-4EDB-29DF-175E00D8F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BF7391-5F0C-13E4-FAD7-5BAAA45F6F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BCA0A7-FE37-995D-28EF-429F38FED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C0DFB7-22E4-14CF-3BD7-33374B201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784C3C-934E-AD57-6C8E-DD5F0AF10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85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F5461-0FFD-A881-C32E-CCC135DAD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7E9702-BF7B-2E55-7502-D7EA5D917E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BB36E2-AD6D-88D3-774B-B655589CF7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94BA48-2DBB-B39E-D2CD-62D9B864D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8D144E-6B75-E12E-FD2C-AA8C20C41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600FD-E3C3-C99B-257F-D87824692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80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A3C19-E07A-F3D5-CBBE-9EEC7AF51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856FB8-C2C3-149C-F63E-4DA1005556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8E577-5E2A-FA98-D772-AC7C23B67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C3445-27E1-69CE-BD95-D5BA25778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FF4D3-1CC7-7999-4DBA-7FE5BCC42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673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6331FE-0B39-BD69-19E0-8B9C029ED8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BF3671-3BBA-5ACA-B09F-8F840ED33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A940B-9D73-EF53-1127-D6DFE7DDF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9B36D-3B2C-4E81-92F7-987D475A4FBF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C69152-746D-6471-3113-96431823E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82F147-1835-C2FF-9CBB-C0253774D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213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35EB07-61D7-0094-C022-44C96E11C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9A0B97-C5DE-0456-3F0F-FB15C49B8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3BF7AD-854D-5C40-8813-29ABD24CB3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F9B36D-3B2C-4E81-92F7-987D475A4FBF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24462-5DBF-DE6E-07FB-5B44083D94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B94F1C-7532-9CA2-A5E5-96AC51EE29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18F4A-2497-4002-8868-F5B01590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89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Aptos Display</vt:lpstr>
      <vt:lpstr>Arial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Alexandros Modestou</dc:creator>
  <cp:lastModifiedBy>Alexandros Modestou</cp:lastModifiedBy>
  <cp:revision>1</cp:revision>
  <dcterms:created xsi:type="dcterms:W3CDTF">2025-05-23T17:49:49Z</dcterms:created>
  <dcterms:modified xsi:type="dcterms:W3CDTF">2025-05-23T19:57:28Z</dcterms:modified>
</cp:coreProperties>
</file>